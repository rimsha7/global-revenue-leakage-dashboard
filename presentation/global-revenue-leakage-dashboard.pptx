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ed2e7685_0_1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6ed2e768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ed2e768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6ed2e768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Revenue Leakage Dashboard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Revenue Loss &amp; Improving Profitability</a:t>
            </a:r>
            <a:endParaRPr/>
          </a:p>
        </p:txBody>
      </p:sp>
    </p:spTree>
  </p:cSld>
  <p:clrMapOvr>
    <a:masterClrMapping/>
  </p:clrMapOvr>
  <mc:AlternateContent>
    <mc:Choice Requires="p14">
      <p:transition p14:dur="400">
        <p14:gallery dir="l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25175" y="1416950"/>
            <a:ext cx="4045200" cy="19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773700" y="459600"/>
            <a:ext cx="4204500" cy="42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Businesses face revenue leakage due to: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3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High discounts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3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Product returns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3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Cancelled transactions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Difficult to identify root causes across regions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Lack of actionable insights for decision-making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43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Objective</a:t>
            </a:r>
            <a:endParaRPr b="1"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1183350" y="1112125"/>
            <a:ext cx="6777300" cy="3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Identify revenue leakage across regions and categories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Analyze root causes (discounts, returns, cancellations)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Enable deep-dive analysis using drill-through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Simulate profit improvement using what-if analysis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43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Dashboard Overview</a:t>
            </a:r>
            <a:endParaRPr b="1"/>
          </a:p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833675" y="1033100"/>
            <a:ext cx="7705200" cy="34632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</a:t>
            </a:r>
            <a:r>
              <a:rPr lang="en" sz="2100">
                <a:solidFill>
                  <a:schemeClr val="dk1"/>
                </a:solidFill>
              </a:rPr>
              <a:t> KPI-driven design for quick insights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Interactive filters (Date, Month, Analyze By)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Dynamic visualizations for trend analysis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Drill-through functionality for detailed investigation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22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KPIs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938250" y="967150"/>
            <a:ext cx="7371300" cy="35013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Total Sales: 32.15M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Revenue Leakage: 4.76M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Leakage %: 14.82%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• Net Profit: 6.11M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• Margin %: 20.23%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Return Rate: 4.92% 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180225"/>
            <a:ext cx="8520600" cy="6843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Main Dashboard</a:t>
            </a:r>
            <a:endParaRPr b="1" sz="3000"/>
          </a:p>
        </p:txBody>
      </p:sp>
      <p:sp>
        <p:nvSpPr>
          <p:cNvPr id="85" name="Google Shape;85;p18"/>
          <p:cNvSpPr txBox="1"/>
          <p:nvPr/>
        </p:nvSpPr>
        <p:spPr>
          <a:xfrm>
            <a:off x="5355300" y="1132525"/>
            <a:ext cx="3477000" cy="35844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Revenue leakage by region highlights high-risk areas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Monthly trend shows sales and leakage patterns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Lowest performing countries identified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Interactive filtering for deeper analysis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8750" l="14402" r="16556" t="16590"/>
          <a:stretch/>
        </p:blipFill>
        <p:spPr>
          <a:xfrm>
            <a:off x="311700" y="1132525"/>
            <a:ext cx="4639075" cy="35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282400"/>
            <a:ext cx="8520600" cy="5727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Insights</a:t>
            </a:r>
            <a:endParaRPr b="1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• LATAM region shows highest revenue leakage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• Sales trend declines significantly in later months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• Certain countries consistently underperform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• Discounts contribute significantly to revenue loss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81325"/>
            <a:ext cx="8520600" cy="6843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Deep Dive Analysis</a:t>
            </a:r>
            <a:endParaRPr b="1" sz="3000"/>
          </a:p>
        </p:txBody>
      </p:sp>
      <p:sp>
        <p:nvSpPr>
          <p:cNvPr id="98" name="Google Shape;98;p20"/>
          <p:cNvSpPr txBox="1"/>
          <p:nvPr/>
        </p:nvSpPr>
        <p:spPr>
          <a:xfrm>
            <a:off x="5478700" y="967650"/>
            <a:ext cx="3313200" cy="35844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Drill-through enabled for detailed investigation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Category-level leakage breakdown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Status analysis (Completed, Returned, Cancelled)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• Transaction-level data for root cause analysis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b="8751" l="14304" r="16329" t="16583"/>
          <a:stretch/>
        </p:blipFill>
        <p:spPr>
          <a:xfrm>
            <a:off x="311700" y="967650"/>
            <a:ext cx="4738373" cy="35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265500" y="14975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What-if Analysis </a:t>
            </a:r>
            <a:endParaRPr/>
          </a:p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4939500" y="420150"/>
            <a:ext cx="3837000" cy="416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Discount reduction parameter introduced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Simulates impact on profit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Helps evaluate business strategies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Reducing discount → Increased profit potential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74750"/>
            <a:ext cx="8520600" cy="7431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• Identifies high-risk regions and categories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• Reduces unnecessary discounts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• Improves profitability through data-driven decisions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• Enhances visibility into operational inefficiencies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8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785025" y="1007550"/>
            <a:ext cx="7804800" cy="3128400"/>
          </a:xfrm>
          <a:prstGeom prst="rect">
            <a:avLst/>
          </a:prstGeom>
          <a:solidFill>
            <a:schemeClr val="dk2"/>
          </a:solidFill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Transforms raw data into actionable insights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Combines analysis, interactivity, and simulation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Supports strategic decision-making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• Moves beyond reporting to a BI solution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